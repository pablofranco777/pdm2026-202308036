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sz="1862" b="0" i="0" u="none" strike="noStrike" baseline="0" dirty="0"/>
              <a:t>Mapa de Recorrido: Diego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419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Ánimo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Cotiza de noche</c:v>
                </c:pt>
                <c:pt idx="1">
                  <c:v>Escribe al bot</c:v>
                </c:pt>
                <c:pt idx="2">
                  <c:v>La espera (Valle)</c:v>
                </c:pt>
                <c:pt idx="3">
                  <c:v>Viaje forzado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AB-4377-90F6-6C3CBE219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615903"/>
        <c:axId val="91621311"/>
      </c:lineChart>
      <c:catAx>
        <c:axId val="91615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419"/>
          </a:p>
        </c:txPr>
        <c:crossAx val="91621311"/>
        <c:crosses val="autoZero"/>
        <c:auto val="1"/>
        <c:lblAlgn val="ctr"/>
        <c:lblOffset val="100"/>
        <c:noMultiLvlLbl val="0"/>
      </c:catAx>
      <c:valAx>
        <c:axId val="9162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419"/>
          </a:p>
        </c:txPr>
        <c:crossAx val="91615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419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419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F2F5E-5893-4BAC-AD78-957F146B7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1A56FC-8D36-4B14-9428-1438D543E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025ED6-79F0-4381-B861-48E99AB9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40AB0-BC11-4EB3-B7AC-2A647AFB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112AC-CDD7-4980-BFE9-E1EB84BE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3480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2AB60-39D4-4078-9D58-6562D68F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387A64-0465-464A-8619-DC25C6FF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7DD35A-722E-4A34-97E7-935B5398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CDD741-AEA2-49EE-85F4-52F156EC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8023EE-BA0A-4A44-B223-CA5AEA80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8068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3C7EC-1CC0-4778-8808-19F855AF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B485B-C4DE-4175-878D-4CFBC35D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62A780-BDBC-4DA2-850A-3A615334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13EE3-4D77-443E-A5EC-299C9C4D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A48DD-6FD8-4E33-B27F-14C6F653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646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AF5A1-A4AE-4AAE-921B-CCB606E5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B3B7CF-427D-4F4E-B2AC-03871DA61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6858AB-1A64-4986-A550-B806A8642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F8AA2-ECBA-4A9D-B503-08F3686B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098F64-91DB-40AD-80FF-38ED722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36090E-1478-4172-BB97-BD355C4D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0718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0BE74-2E75-478D-A9B5-00D672EC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9A45B7-DBC8-409B-837E-E469EB5B0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D2F9E7-3C3C-4410-BD90-52D6BF4CC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43DAF2-B165-4A53-995B-ACF4E300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47A6A7-FFF5-415D-9C97-69AB1C7F8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AF709B-0AF8-4473-A783-DADD5B04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0B66DF-8913-40CE-8F0E-49053F67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B337ED-2910-4F8E-AF48-C80FB385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9184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009A8-AD31-4DFC-BCB2-27BF437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FBCD3F-A042-487F-BFF9-2F9DB618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0CA905-6688-4CCE-AF28-B952328D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1AC6C1-B51A-4F65-A7C5-4AD41865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680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4DF70AE-1374-42F8-A8D7-A7DA8F73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50E93E-4536-4340-BB48-120F7854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F6F940-317A-47AB-97E6-B50A4CF7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7649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75F8A-E5D9-40DB-AA85-78952C30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5EBBE0-4664-4282-8D0A-2EFA6E366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05542C-13BF-4B9E-9B7C-CB783ADF1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3775B6-4A59-4427-B70D-F52B82BF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70B273-ACB5-4C01-8F70-B03B4DCD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020ADF-7784-4BB6-B69E-87F83149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2904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080BE-062F-4FD0-8235-FCC6D734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F732D1D-1288-4F9B-9BC2-4636A88D0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1C218B-33DE-434E-BBEE-DBC518680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3758DA-2A17-430F-9DA2-457C75A2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0E8DB7-7156-487A-85D9-FF92846A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5BA8BE-D60E-4967-B77C-FDB6D4C7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671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D6126-83B8-4D53-97C8-0261CFC6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BBDCAB-B4CA-4BCC-94E2-39E07E9AB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1E1462-E221-4E2B-A827-20AC2565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C4327-7704-453B-B79B-4363B540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E55EF-893D-49AD-A87E-E2631226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94002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46B169-47BF-4C40-8C67-79EF5143F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06F87B-85BA-4E71-BECD-2A88FC909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5DC60B-9372-4E58-B847-2085F6E6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AAB62B-72BF-4A44-A8C8-CBD55541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D4D414-4744-451D-88E4-BCBACCCE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9802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0BEE93-803D-4BA6-876E-06AC41BD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56014-6846-4A65-87A4-A8B3A638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7C7807-A4EF-4964-9BE5-B49B6674F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89670-DC3F-4849-B6D6-29DC95BDE95B}" type="datetimeFigureOut">
              <a:rPr lang="es-419" smtClean="0"/>
              <a:t>16/7/2026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73575-2227-4024-BB5C-5B61C6B86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605E3-D6F6-43FA-BF27-500A5C4D1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FC0EE-DDE1-481B-AB35-A33D9E9CEC7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2278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2924580-2F55-46FF-8C7F-061F27E80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5645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6178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Giron</dc:creator>
  <cp:lastModifiedBy>Pablo Giron</cp:lastModifiedBy>
  <cp:revision>3</cp:revision>
  <dcterms:created xsi:type="dcterms:W3CDTF">2026-07-16T16:04:23Z</dcterms:created>
  <dcterms:modified xsi:type="dcterms:W3CDTF">2026-07-16T16:14:40Z</dcterms:modified>
</cp:coreProperties>
</file>